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2" r:id="rId5"/>
    <p:sldId id="264" r:id="rId6"/>
    <p:sldId id="266" r:id="rId7"/>
    <p:sldId id="271" r:id="rId8"/>
    <p:sldId id="27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051" autoAdjust="0"/>
  </p:normalViewPr>
  <p:slideViewPr>
    <p:cSldViewPr snapToGrid="0">
      <p:cViewPr>
        <p:scale>
          <a:sx n="66" d="100"/>
          <a:sy n="66" d="100"/>
        </p:scale>
        <p:origin x="468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294717-BC30-4D1E-8C28-6E8723CEEB48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52180C-17DF-4663-B0B4-F5EBB6E232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334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ABFA7-A5E2-6D94-1486-776203C893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F4CB46-7E5C-2DF9-3EF9-1C2D9F6E49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0051FA-4D41-AF99-507F-07EE3C3F9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97AC2-FA2A-4F76-9F93-8AD562D89FE6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034C18-4860-8BB2-FA7A-D9350442D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9AF384-6904-0E00-2E24-C165BDE30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C30C9-00BB-4C1E-87C0-FBAF75D05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374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B0582-5C52-9582-294C-235416ADF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8D32A-411B-120D-9ECF-5531E99D23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9DC12F-26F3-20F4-9F57-6EC54ABC2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97AC2-FA2A-4F76-9F93-8AD562D89FE6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0C3E4-A01D-D28F-CB1E-846FB7FDE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DF515-6FE1-EC56-41AE-0EA91970A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C30C9-00BB-4C1E-87C0-FBAF75D05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828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19488-73DA-9851-7A35-5A17E48ED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4A5716-6911-E945-6D07-E0A55B5C23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02101B-C138-035B-BC7A-9C832F463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97AC2-FA2A-4F76-9F93-8AD562D89FE6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FBF6E1-3E52-091A-C83D-AC1599FB5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EE17DF-4D7D-749B-7F39-801A7B3E5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C30C9-00BB-4C1E-87C0-FBAF75D05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57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0CC08-E88A-23FA-05CA-67A36F95F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CCE5D-AB96-A48A-90E4-1A0E058A83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42DEF0-D20F-0D2F-9447-DA01E341D5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26666A-4215-9014-2154-0CBE126F0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97AC2-FA2A-4F76-9F93-8AD562D89FE6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8EE389-61EB-B9E1-F8F2-41C27043A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29B94E-5F87-17E1-D766-4F63072DD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C30C9-00BB-4C1E-87C0-FBAF75D05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925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978B6-6AF5-D48A-0265-818EF851B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597400-64CF-6F2E-EBD6-F4076F4157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C1799B-029E-33E4-874B-D34F1EB070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49CB6D-289B-EC5B-E864-47668674A0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43CC72-7E62-C3A7-0694-5B96F7E696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F0C577-19D9-7A03-AEC0-052C00A96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97AC2-FA2A-4F76-9F93-8AD562D89FE6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0F1CDA-A6CC-88DA-8B19-24F8A459B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C706BA-F344-0424-37DD-08F59ED27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C30C9-00BB-4C1E-87C0-FBAF75D05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569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45F6A-CF4F-523C-7918-B4FCFAED3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E64494-EF14-DD83-192D-20C4D2C8B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97AC2-FA2A-4F76-9F93-8AD562D89FE6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97828B-9859-2AFF-C08A-01195E6E9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5DA8D4-F3D2-8F7E-ABDE-6BDEA0C7D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C30C9-00BB-4C1E-87C0-FBAF75D05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216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7B75FF-CD64-A17E-D673-42C7137E4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97AC2-FA2A-4F76-9F93-8AD562D89FE6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450173-CDC9-2EE6-BC5D-77D4EF9F1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2AC111-615D-D14E-817E-613438642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C30C9-00BB-4C1E-87C0-FBAF75D05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801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25D27-C250-4B6D-57E1-A461D6D1D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CA1EB-9C2C-5906-9FA0-CBB7AAECA7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C5AD14-0E1B-8655-4576-744E8514BE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9291A0-E929-8B33-83C8-37C75D670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97AC2-FA2A-4F76-9F93-8AD562D89FE6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91A48E-3873-193F-09A9-35AC92090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DF3E0A-3406-F9B5-FD01-172A7ABCD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C30C9-00BB-4C1E-87C0-FBAF75D05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03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40597-6B9F-27F5-9E22-D93252ED0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EF10AE-9B69-9C01-8A4B-D9AE5DE39B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498C61-6972-C897-58F8-7832B07FEE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FDEF18-BDAE-CF26-79BD-53747A3B1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97AC2-FA2A-4F76-9F93-8AD562D89FE6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68639B-37CD-DBBE-B552-3F28102CE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9F4437-7B73-E6C1-6ABE-50F371531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C30C9-00BB-4C1E-87C0-FBAF75D05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969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6D0AD-E4BA-B5B4-3875-1FA3C48C9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7B0FCA-DCD3-441A-BEF7-4174067C27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9969FE-549A-59E5-9C2D-45E46557C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97AC2-FA2A-4F76-9F93-8AD562D89FE6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65AED-4F5A-C1C1-F69E-45F3B68E3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FF8C53-236C-9311-98F9-034976B01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C30C9-00BB-4C1E-87C0-FBAF75D05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551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003456-63C4-2B6D-27D0-E92E88E430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D667C9-5428-C310-5802-70E4B28D44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8C93B1-91E9-74C5-611F-DC49AEA39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97AC2-FA2A-4F76-9F93-8AD562D89FE6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4DE3DD-E127-1E29-D3CC-294D4C470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6780FD-1849-95FE-8013-734195A64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C30C9-00BB-4C1E-87C0-FBAF75D05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364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A9E6D3-B920-BE37-DBB2-6A3CF2E84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7B2856-1ED5-BBD1-C291-42C5CBD02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413F5E-6882-8B3C-A87E-7B2949EC48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997AC2-FA2A-4F76-9F93-8AD562D89FE6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BACFD2-B2B8-706F-2CDF-7DBEA1950F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67694C-780A-6AC5-6039-34BBE8EC51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DC30C9-00BB-4C1E-87C0-FBAF75D05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447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190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5E8C2B-70CA-54C1-3B08-D0C367B60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Freeform: Shape 28">
            <a:extLst>
              <a:ext uri="{FF2B5EF4-FFF2-40B4-BE49-F238E27FC236}">
                <a16:creationId xmlns:a16="http://schemas.microsoft.com/office/drawing/2014/main" id="{861CD007-186E-C86C-A3E0-E6E3AA30178A}"/>
              </a:ext>
            </a:extLst>
          </p:cNvPr>
          <p:cNvSpPr/>
          <p:nvPr/>
        </p:nvSpPr>
        <p:spPr>
          <a:xfrm rot="3049572">
            <a:off x="-3293594" y="-1"/>
            <a:ext cx="6940118" cy="6858000"/>
          </a:xfrm>
          <a:custGeom>
            <a:avLst/>
            <a:gdLst>
              <a:gd name="csX0" fmla="*/ 2855476 w 5710992"/>
              <a:gd name="csY0" fmla="*/ 5702231 h 5702232"/>
              <a:gd name="csX1" fmla="*/ 2855516 w 5710992"/>
              <a:gd name="csY1" fmla="*/ 5702231 h 5702232"/>
              <a:gd name="csX2" fmla="*/ 2855496 w 5710992"/>
              <a:gd name="csY2" fmla="*/ 5702232 h 5702232"/>
              <a:gd name="csX3" fmla="*/ 4277846 w 5710992"/>
              <a:gd name="csY3" fmla="*/ 2995495 h 5702232"/>
              <a:gd name="csX4" fmla="*/ 5704146 w 5710992"/>
              <a:gd name="csY4" fmla="*/ 2995495 h 5702232"/>
              <a:gd name="csX5" fmla="*/ 5698022 w 5710992"/>
              <a:gd name="csY5" fmla="*/ 3124639 h 5702232"/>
              <a:gd name="csX6" fmla="*/ 3147454 w 5710992"/>
              <a:gd name="csY6" fmla="*/ 5687512 h 5702232"/>
              <a:gd name="csX7" fmla="*/ 2988795 w 5710992"/>
              <a:gd name="csY7" fmla="*/ 5695512 h 5702232"/>
              <a:gd name="csX8" fmla="*/ 2988795 w 5710992"/>
              <a:gd name="csY8" fmla="*/ 4269964 h 5702232"/>
              <a:gd name="csX9" fmla="*/ 3001699 w 5710992"/>
              <a:gd name="csY9" fmla="*/ 4269314 h 5702232"/>
              <a:gd name="csX10" fmla="*/ 4259848 w 5710992"/>
              <a:gd name="csY10" fmla="*/ 3120977 h 5702232"/>
              <a:gd name="csX11" fmla="*/ 5710992 w 5710992"/>
              <a:gd name="csY11" fmla="*/ 2851105 h 5702232"/>
              <a:gd name="csX12" fmla="*/ 5710992 w 5710992"/>
              <a:gd name="csY12" fmla="*/ 2851116 h 5702232"/>
              <a:gd name="csX13" fmla="*/ 5710992 w 5710992"/>
              <a:gd name="csY13" fmla="*/ 2851127 h 5702232"/>
              <a:gd name="csX14" fmla="*/ 2722194 w 5710992"/>
              <a:gd name="csY14" fmla="*/ 6721 h 5702232"/>
              <a:gd name="csX15" fmla="*/ 2722194 w 5710992"/>
              <a:gd name="csY15" fmla="*/ 1432269 h 5702232"/>
              <a:gd name="csX16" fmla="*/ 2709293 w 5710992"/>
              <a:gd name="csY16" fmla="*/ 1432918 h 5702232"/>
              <a:gd name="csX17" fmla="*/ 1451144 w 5710992"/>
              <a:gd name="csY17" fmla="*/ 2581255 h 5702232"/>
              <a:gd name="csX18" fmla="*/ 1433146 w 5710992"/>
              <a:gd name="csY18" fmla="*/ 2706737 h 5702232"/>
              <a:gd name="csX19" fmla="*/ 8761 w 5710992"/>
              <a:gd name="csY19" fmla="*/ 2706737 h 5702232"/>
              <a:gd name="csX20" fmla="*/ 8761 w 5710992"/>
              <a:gd name="csY20" fmla="*/ 2995495 h 5702232"/>
              <a:gd name="csX21" fmla="*/ 1433146 w 5710992"/>
              <a:gd name="csY21" fmla="*/ 2995495 h 5702232"/>
              <a:gd name="csX22" fmla="*/ 1451144 w 5710992"/>
              <a:gd name="csY22" fmla="*/ 3120977 h 5702232"/>
              <a:gd name="csX23" fmla="*/ 2709293 w 5710992"/>
              <a:gd name="csY23" fmla="*/ 4269314 h 5702232"/>
              <a:gd name="csX24" fmla="*/ 2722194 w 5710992"/>
              <a:gd name="csY24" fmla="*/ 4269964 h 5702232"/>
              <a:gd name="csX25" fmla="*/ 2722194 w 5710992"/>
              <a:gd name="csY25" fmla="*/ 5695511 h 5702232"/>
              <a:gd name="csX26" fmla="*/ 2563538 w 5710992"/>
              <a:gd name="csY26" fmla="*/ 5687512 h 5702232"/>
              <a:gd name="csX27" fmla="*/ 0 w 5710992"/>
              <a:gd name="csY27" fmla="*/ 2851116 h 5702232"/>
              <a:gd name="csX28" fmla="*/ 2563538 w 5710992"/>
              <a:gd name="csY28" fmla="*/ 14720 h 5702232"/>
              <a:gd name="csX29" fmla="*/ 2988795 w 5710992"/>
              <a:gd name="csY29" fmla="*/ 6721 h 5702232"/>
              <a:gd name="csX30" fmla="*/ 3147454 w 5710992"/>
              <a:gd name="csY30" fmla="*/ 14720 h 5702232"/>
              <a:gd name="csX31" fmla="*/ 5698022 w 5710992"/>
              <a:gd name="csY31" fmla="*/ 2577594 h 5702232"/>
              <a:gd name="csX32" fmla="*/ 5704146 w 5710992"/>
              <a:gd name="csY32" fmla="*/ 2706737 h 5702232"/>
              <a:gd name="csX33" fmla="*/ 4277846 w 5710992"/>
              <a:gd name="csY33" fmla="*/ 2706737 h 5702232"/>
              <a:gd name="csX34" fmla="*/ 4259848 w 5710992"/>
              <a:gd name="csY34" fmla="*/ 2581255 h 5702232"/>
              <a:gd name="csX35" fmla="*/ 3001699 w 5710992"/>
              <a:gd name="csY35" fmla="*/ 1432918 h 5702232"/>
              <a:gd name="csX36" fmla="*/ 2988795 w 5710992"/>
              <a:gd name="csY36" fmla="*/ 1432269 h 5702232"/>
              <a:gd name="csX37" fmla="*/ 2855496 w 5710992"/>
              <a:gd name="csY37" fmla="*/ 0 h 5702232"/>
              <a:gd name="csX38" fmla="*/ 2982473 w 5710992"/>
              <a:gd name="csY38" fmla="*/ 6402 h 5702232"/>
              <a:gd name="csX39" fmla="*/ 2728519 w 5710992"/>
              <a:gd name="csY39" fmla="*/ 6402 h 57022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</a:cxnLst>
            <a:rect l="l" t="t" r="r" b="b"/>
            <a:pathLst>
              <a:path w="5710992" h="5702232">
                <a:moveTo>
                  <a:pt x="2855476" y="5702231"/>
                </a:moveTo>
                <a:lnTo>
                  <a:pt x="2855516" y="5702231"/>
                </a:lnTo>
                <a:lnTo>
                  <a:pt x="2855496" y="5702232"/>
                </a:lnTo>
                <a:close/>
                <a:moveTo>
                  <a:pt x="4277846" y="2995495"/>
                </a:moveTo>
                <a:lnTo>
                  <a:pt x="5704146" y="2995495"/>
                </a:lnTo>
                <a:lnTo>
                  <a:pt x="5698022" y="3124639"/>
                </a:lnTo>
                <a:cubicBezTo>
                  <a:pt x="5569302" y="4474930"/>
                  <a:pt x="4497361" y="5550632"/>
                  <a:pt x="3147454" y="5687512"/>
                </a:cubicBezTo>
                <a:lnTo>
                  <a:pt x="2988795" y="5695512"/>
                </a:lnTo>
                <a:lnTo>
                  <a:pt x="2988795" y="4269964"/>
                </a:lnTo>
                <a:lnTo>
                  <a:pt x="3001699" y="4269314"/>
                </a:lnTo>
                <a:cubicBezTo>
                  <a:pt x="3632622" y="4205437"/>
                  <a:pt x="4142290" y="3732650"/>
                  <a:pt x="4259848" y="3120977"/>
                </a:cubicBezTo>
                <a:close/>
                <a:moveTo>
                  <a:pt x="5710992" y="2851105"/>
                </a:moveTo>
                <a:lnTo>
                  <a:pt x="5710992" y="2851116"/>
                </a:lnTo>
                <a:lnTo>
                  <a:pt x="5710992" y="2851127"/>
                </a:lnTo>
                <a:close/>
                <a:moveTo>
                  <a:pt x="2722194" y="6721"/>
                </a:moveTo>
                <a:lnTo>
                  <a:pt x="2722194" y="1432269"/>
                </a:lnTo>
                <a:lnTo>
                  <a:pt x="2709293" y="1432918"/>
                </a:lnTo>
                <a:cubicBezTo>
                  <a:pt x="2078370" y="1496796"/>
                  <a:pt x="1568703" y="1969582"/>
                  <a:pt x="1451144" y="2581255"/>
                </a:cubicBezTo>
                <a:lnTo>
                  <a:pt x="1433146" y="2706737"/>
                </a:lnTo>
                <a:lnTo>
                  <a:pt x="8761" y="2706737"/>
                </a:lnTo>
                <a:lnTo>
                  <a:pt x="8761" y="2995495"/>
                </a:lnTo>
                <a:lnTo>
                  <a:pt x="1433146" y="2995495"/>
                </a:lnTo>
                <a:lnTo>
                  <a:pt x="1451144" y="3120977"/>
                </a:lnTo>
                <a:cubicBezTo>
                  <a:pt x="1568703" y="3732650"/>
                  <a:pt x="2078370" y="4205437"/>
                  <a:pt x="2709293" y="4269314"/>
                </a:cubicBezTo>
                <a:lnTo>
                  <a:pt x="2722194" y="4269964"/>
                </a:lnTo>
                <a:lnTo>
                  <a:pt x="2722194" y="5695511"/>
                </a:lnTo>
                <a:lnTo>
                  <a:pt x="2563538" y="5687512"/>
                </a:lnTo>
                <a:cubicBezTo>
                  <a:pt x="1123637" y="5541507"/>
                  <a:pt x="0" y="4327330"/>
                  <a:pt x="0" y="2851116"/>
                </a:cubicBezTo>
                <a:cubicBezTo>
                  <a:pt x="0" y="1374903"/>
                  <a:pt x="1123637" y="160726"/>
                  <a:pt x="2563538" y="14720"/>
                </a:cubicBezTo>
                <a:close/>
                <a:moveTo>
                  <a:pt x="2988795" y="6721"/>
                </a:moveTo>
                <a:lnTo>
                  <a:pt x="3147454" y="14720"/>
                </a:lnTo>
                <a:cubicBezTo>
                  <a:pt x="4497361" y="151600"/>
                  <a:pt x="5569302" y="1227303"/>
                  <a:pt x="5698022" y="2577594"/>
                </a:cubicBezTo>
                <a:lnTo>
                  <a:pt x="5704146" y="2706737"/>
                </a:lnTo>
                <a:lnTo>
                  <a:pt x="4277846" y="2706737"/>
                </a:lnTo>
                <a:lnTo>
                  <a:pt x="4259848" y="2581255"/>
                </a:lnTo>
                <a:cubicBezTo>
                  <a:pt x="4142290" y="1969582"/>
                  <a:pt x="3632622" y="1496796"/>
                  <a:pt x="3001699" y="1432918"/>
                </a:cubicBezTo>
                <a:lnTo>
                  <a:pt x="2988795" y="1432269"/>
                </a:lnTo>
                <a:close/>
                <a:moveTo>
                  <a:pt x="2855496" y="0"/>
                </a:moveTo>
                <a:lnTo>
                  <a:pt x="2982473" y="6402"/>
                </a:lnTo>
                <a:lnTo>
                  <a:pt x="2728519" y="6402"/>
                </a:lnTo>
                <a:close/>
              </a:path>
            </a:pathLst>
          </a:custGeom>
          <a:ln>
            <a:noFill/>
          </a:ln>
          <a:effectLst>
            <a:outerShdw blurRad="7493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39385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8BEEF5-EE71-0BA9-C1BB-51AA20684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Freeform: Shape 28">
            <a:extLst>
              <a:ext uri="{FF2B5EF4-FFF2-40B4-BE49-F238E27FC236}">
                <a16:creationId xmlns:a16="http://schemas.microsoft.com/office/drawing/2014/main" id="{8D5CA8AF-DA30-1F63-0F43-FF517CBDB8F7}"/>
              </a:ext>
            </a:extLst>
          </p:cNvPr>
          <p:cNvSpPr/>
          <p:nvPr/>
        </p:nvSpPr>
        <p:spPr>
          <a:xfrm rot="7928379">
            <a:off x="-3293594" y="-1"/>
            <a:ext cx="6940118" cy="6858000"/>
          </a:xfrm>
          <a:custGeom>
            <a:avLst/>
            <a:gdLst>
              <a:gd name="csX0" fmla="*/ 2855476 w 5710992"/>
              <a:gd name="csY0" fmla="*/ 5702231 h 5702232"/>
              <a:gd name="csX1" fmla="*/ 2855516 w 5710992"/>
              <a:gd name="csY1" fmla="*/ 5702231 h 5702232"/>
              <a:gd name="csX2" fmla="*/ 2855496 w 5710992"/>
              <a:gd name="csY2" fmla="*/ 5702232 h 5702232"/>
              <a:gd name="csX3" fmla="*/ 4277846 w 5710992"/>
              <a:gd name="csY3" fmla="*/ 2995495 h 5702232"/>
              <a:gd name="csX4" fmla="*/ 5704146 w 5710992"/>
              <a:gd name="csY4" fmla="*/ 2995495 h 5702232"/>
              <a:gd name="csX5" fmla="*/ 5698022 w 5710992"/>
              <a:gd name="csY5" fmla="*/ 3124639 h 5702232"/>
              <a:gd name="csX6" fmla="*/ 3147454 w 5710992"/>
              <a:gd name="csY6" fmla="*/ 5687512 h 5702232"/>
              <a:gd name="csX7" fmla="*/ 2988795 w 5710992"/>
              <a:gd name="csY7" fmla="*/ 5695512 h 5702232"/>
              <a:gd name="csX8" fmla="*/ 2988795 w 5710992"/>
              <a:gd name="csY8" fmla="*/ 4269964 h 5702232"/>
              <a:gd name="csX9" fmla="*/ 3001699 w 5710992"/>
              <a:gd name="csY9" fmla="*/ 4269314 h 5702232"/>
              <a:gd name="csX10" fmla="*/ 4259848 w 5710992"/>
              <a:gd name="csY10" fmla="*/ 3120977 h 5702232"/>
              <a:gd name="csX11" fmla="*/ 5710992 w 5710992"/>
              <a:gd name="csY11" fmla="*/ 2851105 h 5702232"/>
              <a:gd name="csX12" fmla="*/ 5710992 w 5710992"/>
              <a:gd name="csY12" fmla="*/ 2851116 h 5702232"/>
              <a:gd name="csX13" fmla="*/ 5710992 w 5710992"/>
              <a:gd name="csY13" fmla="*/ 2851127 h 5702232"/>
              <a:gd name="csX14" fmla="*/ 2722194 w 5710992"/>
              <a:gd name="csY14" fmla="*/ 6721 h 5702232"/>
              <a:gd name="csX15" fmla="*/ 2722194 w 5710992"/>
              <a:gd name="csY15" fmla="*/ 1432269 h 5702232"/>
              <a:gd name="csX16" fmla="*/ 2709293 w 5710992"/>
              <a:gd name="csY16" fmla="*/ 1432918 h 5702232"/>
              <a:gd name="csX17" fmla="*/ 1451144 w 5710992"/>
              <a:gd name="csY17" fmla="*/ 2581255 h 5702232"/>
              <a:gd name="csX18" fmla="*/ 1433146 w 5710992"/>
              <a:gd name="csY18" fmla="*/ 2706737 h 5702232"/>
              <a:gd name="csX19" fmla="*/ 8761 w 5710992"/>
              <a:gd name="csY19" fmla="*/ 2706737 h 5702232"/>
              <a:gd name="csX20" fmla="*/ 8761 w 5710992"/>
              <a:gd name="csY20" fmla="*/ 2995495 h 5702232"/>
              <a:gd name="csX21" fmla="*/ 1433146 w 5710992"/>
              <a:gd name="csY21" fmla="*/ 2995495 h 5702232"/>
              <a:gd name="csX22" fmla="*/ 1451144 w 5710992"/>
              <a:gd name="csY22" fmla="*/ 3120977 h 5702232"/>
              <a:gd name="csX23" fmla="*/ 2709293 w 5710992"/>
              <a:gd name="csY23" fmla="*/ 4269314 h 5702232"/>
              <a:gd name="csX24" fmla="*/ 2722194 w 5710992"/>
              <a:gd name="csY24" fmla="*/ 4269964 h 5702232"/>
              <a:gd name="csX25" fmla="*/ 2722194 w 5710992"/>
              <a:gd name="csY25" fmla="*/ 5695511 h 5702232"/>
              <a:gd name="csX26" fmla="*/ 2563538 w 5710992"/>
              <a:gd name="csY26" fmla="*/ 5687512 h 5702232"/>
              <a:gd name="csX27" fmla="*/ 0 w 5710992"/>
              <a:gd name="csY27" fmla="*/ 2851116 h 5702232"/>
              <a:gd name="csX28" fmla="*/ 2563538 w 5710992"/>
              <a:gd name="csY28" fmla="*/ 14720 h 5702232"/>
              <a:gd name="csX29" fmla="*/ 2988795 w 5710992"/>
              <a:gd name="csY29" fmla="*/ 6721 h 5702232"/>
              <a:gd name="csX30" fmla="*/ 3147454 w 5710992"/>
              <a:gd name="csY30" fmla="*/ 14720 h 5702232"/>
              <a:gd name="csX31" fmla="*/ 5698022 w 5710992"/>
              <a:gd name="csY31" fmla="*/ 2577594 h 5702232"/>
              <a:gd name="csX32" fmla="*/ 5704146 w 5710992"/>
              <a:gd name="csY32" fmla="*/ 2706737 h 5702232"/>
              <a:gd name="csX33" fmla="*/ 4277846 w 5710992"/>
              <a:gd name="csY33" fmla="*/ 2706737 h 5702232"/>
              <a:gd name="csX34" fmla="*/ 4259848 w 5710992"/>
              <a:gd name="csY34" fmla="*/ 2581255 h 5702232"/>
              <a:gd name="csX35" fmla="*/ 3001699 w 5710992"/>
              <a:gd name="csY35" fmla="*/ 1432918 h 5702232"/>
              <a:gd name="csX36" fmla="*/ 2988795 w 5710992"/>
              <a:gd name="csY36" fmla="*/ 1432269 h 5702232"/>
              <a:gd name="csX37" fmla="*/ 2855496 w 5710992"/>
              <a:gd name="csY37" fmla="*/ 0 h 5702232"/>
              <a:gd name="csX38" fmla="*/ 2982473 w 5710992"/>
              <a:gd name="csY38" fmla="*/ 6402 h 5702232"/>
              <a:gd name="csX39" fmla="*/ 2728519 w 5710992"/>
              <a:gd name="csY39" fmla="*/ 6402 h 57022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</a:cxnLst>
            <a:rect l="l" t="t" r="r" b="b"/>
            <a:pathLst>
              <a:path w="5710992" h="5702232">
                <a:moveTo>
                  <a:pt x="2855476" y="5702231"/>
                </a:moveTo>
                <a:lnTo>
                  <a:pt x="2855516" y="5702231"/>
                </a:lnTo>
                <a:lnTo>
                  <a:pt x="2855496" y="5702232"/>
                </a:lnTo>
                <a:close/>
                <a:moveTo>
                  <a:pt x="4277846" y="2995495"/>
                </a:moveTo>
                <a:lnTo>
                  <a:pt x="5704146" y="2995495"/>
                </a:lnTo>
                <a:lnTo>
                  <a:pt x="5698022" y="3124639"/>
                </a:lnTo>
                <a:cubicBezTo>
                  <a:pt x="5569302" y="4474930"/>
                  <a:pt x="4497361" y="5550632"/>
                  <a:pt x="3147454" y="5687512"/>
                </a:cubicBezTo>
                <a:lnTo>
                  <a:pt x="2988795" y="5695512"/>
                </a:lnTo>
                <a:lnTo>
                  <a:pt x="2988795" y="4269964"/>
                </a:lnTo>
                <a:lnTo>
                  <a:pt x="3001699" y="4269314"/>
                </a:lnTo>
                <a:cubicBezTo>
                  <a:pt x="3632622" y="4205437"/>
                  <a:pt x="4142290" y="3732650"/>
                  <a:pt x="4259848" y="3120977"/>
                </a:cubicBezTo>
                <a:close/>
                <a:moveTo>
                  <a:pt x="5710992" y="2851105"/>
                </a:moveTo>
                <a:lnTo>
                  <a:pt x="5710992" y="2851116"/>
                </a:lnTo>
                <a:lnTo>
                  <a:pt x="5710992" y="2851127"/>
                </a:lnTo>
                <a:close/>
                <a:moveTo>
                  <a:pt x="2722194" y="6721"/>
                </a:moveTo>
                <a:lnTo>
                  <a:pt x="2722194" y="1432269"/>
                </a:lnTo>
                <a:lnTo>
                  <a:pt x="2709293" y="1432918"/>
                </a:lnTo>
                <a:cubicBezTo>
                  <a:pt x="2078370" y="1496796"/>
                  <a:pt x="1568703" y="1969582"/>
                  <a:pt x="1451144" y="2581255"/>
                </a:cubicBezTo>
                <a:lnTo>
                  <a:pt x="1433146" y="2706737"/>
                </a:lnTo>
                <a:lnTo>
                  <a:pt x="8761" y="2706737"/>
                </a:lnTo>
                <a:lnTo>
                  <a:pt x="8761" y="2995495"/>
                </a:lnTo>
                <a:lnTo>
                  <a:pt x="1433146" y="2995495"/>
                </a:lnTo>
                <a:lnTo>
                  <a:pt x="1451144" y="3120977"/>
                </a:lnTo>
                <a:cubicBezTo>
                  <a:pt x="1568703" y="3732650"/>
                  <a:pt x="2078370" y="4205437"/>
                  <a:pt x="2709293" y="4269314"/>
                </a:cubicBezTo>
                <a:lnTo>
                  <a:pt x="2722194" y="4269964"/>
                </a:lnTo>
                <a:lnTo>
                  <a:pt x="2722194" y="5695511"/>
                </a:lnTo>
                <a:lnTo>
                  <a:pt x="2563538" y="5687512"/>
                </a:lnTo>
                <a:cubicBezTo>
                  <a:pt x="1123637" y="5541507"/>
                  <a:pt x="0" y="4327330"/>
                  <a:pt x="0" y="2851116"/>
                </a:cubicBezTo>
                <a:cubicBezTo>
                  <a:pt x="0" y="1374903"/>
                  <a:pt x="1123637" y="160726"/>
                  <a:pt x="2563538" y="14720"/>
                </a:cubicBezTo>
                <a:close/>
                <a:moveTo>
                  <a:pt x="2988795" y="6721"/>
                </a:moveTo>
                <a:lnTo>
                  <a:pt x="3147454" y="14720"/>
                </a:lnTo>
                <a:cubicBezTo>
                  <a:pt x="4497361" y="151600"/>
                  <a:pt x="5569302" y="1227303"/>
                  <a:pt x="5698022" y="2577594"/>
                </a:cubicBezTo>
                <a:lnTo>
                  <a:pt x="5704146" y="2706737"/>
                </a:lnTo>
                <a:lnTo>
                  <a:pt x="4277846" y="2706737"/>
                </a:lnTo>
                <a:lnTo>
                  <a:pt x="4259848" y="2581255"/>
                </a:lnTo>
                <a:cubicBezTo>
                  <a:pt x="4142290" y="1969582"/>
                  <a:pt x="3632622" y="1496796"/>
                  <a:pt x="3001699" y="1432918"/>
                </a:cubicBezTo>
                <a:lnTo>
                  <a:pt x="2988795" y="1432269"/>
                </a:lnTo>
                <a:close/>
                <a:moveTo>
                  <a:pt x="2855496" y="0"/>
                </a:moveTo>
                <a:lnTo>
                  <a:pt x="2982473" y="6402"/>
                </a:lnTo>
                <a:lnTo>
                  <a:pt x="2728519" y="6402"/>
                </a:lnTo>
                <a:close/>
              </a:path>
            </a:pathLst>
          </a:custGeom>
          <a:ln>
            <a:noFill/>
          </a:ln>
          <a:effectLst>
            <a:outerShdw blurRad="7493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18159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8F7D67-E33E-20E7-8390-306AA4417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Freeform: Shape 28">
            <a:extLst>
              <a:ext uri="{FF2B5EF4-FFF2-40B4-BE49-F238E27FC236}">
                <a16:creationId xmlns:a16="http://schemas.microsoft.com/office/drawing/2014/main" id="{4961C140-F75A-CD72-383D-7717D6B7696E}"/>
              </a:ext>
            </a:extLst>
          </p:cNvPr>
          <p:cNvSpPr/>
          <p:nvPr/>
        </p:nvSpPr>
        <p:spPr>
          <a:xfrm rot="13561055">
            <a:off x="-3293594" y="-1"/>
            <a:ext cx="6940118" cy="6858000"/>
          </a:xfrm>
          <a:custGeom>
            <a:avLst/>
            <a:gdLst>
              <a:gd name="csX0" fmla="*/ 2855476 w 5710992"/>
              <a:gd name="csY0" fmla="*/ 5702231 h 5702232"/>
              <a:gd name="csX1" fmla="*/ 2855516 w 5710992"/>
              <a:gd name="csY1" fmla="*/ 5702231 h 5702232"/>
              <a:gd name="csX2" fmla="*/ 2855496 w 5710992"/>
              <a:gd name="csY2" fmla="*/ 5702232 h 5702232"/>
              <a:gd name="csX3" fmla="*/ 4277846 w 5710992"/>
              <a:gd name="csY3" fmla="*/ 2995495 h 5702232"/>
              <a:gd name="csX4" fmla="*/ 5704146 w 5710992"/>
              <a:gd name="csY4" fmla="*/ 2995495 h 5702232"/>
              <a:gd name="csX5" fmla="*/ 5698022 w 5710992"/>
              <a:gd name="csY5" fmla="*/ 3124639 h 5702232"/>
              <a:gd name="csX6" fmla="*/ 3147454 w 5710992"/>
              <a:gd name="csY6" fmla="*/ 5687512 h 5702232"/>
              <a:gd name="csX7" fmla="*/ 2988795 w 5710992"/>
              <a:gd name="csY7" fmla="*/ 5695512 h 5702232"/>
              <a:gd name="csX8" fmla="*/ 2988795 w 5710992"/>
              <a:gd name="csY8" fmla="*/ 4269964 h 5702232"/>
              <a:gd name="csX9" fmla="*/ 3001699 w 5710992"/>
              <a:gd name="csY9" fmla="*/ 4269314 h 5702232"/>
              <a:gd name="csX10" fmla="*/ 4259848 w 5710992"/>
              <a:gd name="csY10" fmla="*/ 3120977 h 5702232"/>
              <a:gd name="csX11" fmla="*/ 5710992 w 5710992"/>
              <a:gd name="csY11" fmla="*/ 2851105 h 5702232"/>
              <a:gd name="csX12" fmla="*/ 5710992 w 5710992"/>
              <a:gd name="csY12" fmla="*/ 2851116 h 5702232"/>
              <a:gd name="csX13" fmla="*/ 5710992 w 5710992"/>
              <a:gd name="csY13" fmla="*/ 2851127 h 5702232"/>
              <a:gd name="csX14" fmla="*/ 2722194 w 5710992"/>
              <a:gd name="csY14" fmla="*/ 6721 h 5702232"/>
              <a:gd name="csX15" fmla="*/ 2722194 w 5710992"/>
              <a:gd name="csY15" fmla="*/ 1432269 h 5702232"/>
              <a:gd name="csX16" fmla="*/ 2709293 w 5710992"/>
              <a:gd name="csY16" fmla="*/ 1432918 h 5702232"/>
              <a:gd name="csX17" fmla="*/ 1451144 w 5710992"/>
              <a:gd name="csY17" fmla="*/ 2581255 h 5702232"/>
              <a:gd name="csX18" fmla="*/ 1433146 w 5710992"/>
              <a:gd name="csY18" fmla="*/ 2706737 h 5702232"/>
              <a:gd name="csX19" fmla="*/ 8761 w 5710992"/>
              <a:gd name="csY19" fmla="*/ 2706737 h 5702232"/>
              <a:gd name="csX20" fmla="*/ 8761 w 5710992"/>
              <a:gd name="csY20" fmla="*/ 2995495 h 5702232"/>
              <a:gd name="csX21" fmla="*/ 1433146 w 5710992"/>
              <a:gd name="csY21" fmla="*/ 2995495 h 5702232"/>
              <a:gd name="csX22" fmla="*/ 1451144 w 5710992"/>
              <a:gd name="csY22" fmla="*/ 3120977 h 5702232"/>
              <a:gd name="csX23" fmla="*/ 2709293 w 5710992"/>
              <a:gd name="csY23" fmla="*/ 4269314 h 5702232"/>
              <a:gd name="csX24" fmla="*/ 2722194 w 5710992"/>
              <a:gd name="csY24" fmla="*/ 4269964 h 5702232"/>
              <a:gd name="csX25" fmla="*/ 2722194 w 5710992"/>
              <a:gd name="csY25" fmla="*/ 5695511 h 5702232"/>
              <a:gd name="csX26" fmla="*/ 2563538 w 5710992"/>
              <a:gd name="csY26" fmla="*/ 5687512 h 5702232"/>
              <a:gd name="csX27" fmla="*/ 0 w 5710992"/>
              <a:gd name="csY27" fmla="*/ 2851116 h 5702232"/>
              <a:gd name="csX28" fmla="*/ 2563538 w 5710992"/>
              <a:gd name="csY28" fmla="*/ 14720 h 5702232"/>
              <a:gd name="csX29" fmla="*/ 2988795 w 5710992"/>
              <a:gd name="csY29" fmla="*/ 6721 h 5702232"/>
              <a:gd name="csX30" fmla="*/ 3147454 w 5710992"/>
              <a:gd name="csY30" fmla="*/ 14720 h 5702232"/>
              <a:gd name="csX31" fmla="*/ 5698022 w 5710992"/>
              <a:gd name="csY31" fmla="*/ 2577594 h 5702232"/>
              <a:gd name="csX32" fmla="*/ 5704146 w 5710992"/>
              <a:gd name="csY32" fmla="*/ 2706737 h 5702232"/>
              <a:gd name="csX33" fmla="*/ 4277846 w 5710992"/>
              <a:gd name="csY33" fmla="*/ 2706737 h 5702232"/>
              <a:gd name="csX34" fmla="*/ 4259848 w 5710992"/>
              <a:gd name="csY34" fmla="*/ 2581255 h 5702232"/>
              <a:gd name="csX35" fmla="*/ 3001699 w 5710992"/>
              <a:gd name="csY35" fmla="*/ 1432918 h 5702232"/>
              <a:gd name="csX36" fmla="*/ 2988795 w 5710992"/>
              <a:gd name="csY36" fmla="*/ 1432269 h 5702232"/>
              <a:gd name="csX37" fmla="*/ 2855496 w 5710992"/>
              <a:gd name="csY37" fmla="*/ 0 h 5702232"/>
              <a:gd name="csX38" fmla="*/ 2982473 w 5710992"/>
              <a:gd name="csY38" fmla="*/ 6402 h 5702232"/>
              <a:gd name="csX39" fmla="*/ 2728519 w 5710992"/>
              <a:gd name="csY39" fmla="*/ 6402 h 57022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</a:cxnLst>
            <a:rect l="l" t="t" r="r" b="b"/>
            <a:pathLst>
              <a:path w="5710992" h="5702232">
                <a:moveTo>
                  <a:pt x="2855476" y="5702231"/>
                </a:moveTo>
                <a:lnTo>
                  <a:pt x="2855516" y="5702231"/>
                </a:lnTo>
                <a:lnTo>
                  <a:pt x="2855496" y="5702232"/>
                </a:lnTo>
                <a:close/>
                <a:moveTo>
                  <a:pt x="4277846" y="2995495"/>
                </a:moveTo>
                <a:lnTo>
                  <a:pt x="5704146" y="2995495"/>
                </a:lnTo>
                <a:lnTo>
                  <a:pt x="5698022" y="3124639"/>
                </a:lnTo>
                <a:cubicBezTo>
                  <a:pt x="5569302" y="4474930"/>
                  <a:pt x="4497361" y="5550632"/>
                  <a:pt x="3147454" y="5687512"/>
                </a:cubicBezTo>
                <a:lnTo>
                  <a:pt x="2988795" y="5695512"/>
                </a:lnTo>
                <a:lnTo>
                  <a:pt x="2988795" y="4269964"/>
                </a:lnTo>
                <a:lnTo>
                  <a:pt x="3001699" y="4269314"/>
                </a:lnTo>
                <a:cubicBezTo>
                  <a:pt x="3632622" y="4205437"/>
                  <a:pt x="4142290" y="3732650"/>
                  <a:pt x="4259848" y="3120977"/>
                </a:cubicBezTo>
                <a:close/>
                <a:moveTo>
                  <a:pt x="5710992" y="2851105"/>
                </a:moveTo>
                <a:lnTo>
                  <a:pt x="5710992" y="2851116"/>
                </a:lnTo>
                <a:lnTo>
                  <a:pt x="5710992" y="2851127"/>
                </a:lnTo>
                <a:close/>
                <a:moveTo>
                  <a:pt x="2722194" y="6721"/>
                </a:moveTo>
                <a:lnTo>
                  <a:pt x="2722194" y="1432269"/>
                </a:lnTo>
                <a:lnTo>
                  <a:pt x="2709293" y="1432918"/>
                </a:lnTo>
                <a:cubicBezTo>
                  <a:pt x="2078370" y="1496796"/>
                  <a:pt x="1568703" y="1969582"/>
                  <a:pt x="1451144" y="2581255"/>
                </a:cubicBezTo>
                <a:lnTo>
                  <a:pt x="1433146" y="2706737"/>
                </a:lnTo>
                <a:lnTo>
                  <a:pt x="8761" y="2706737"/>
                </a:lnTo>
                <a:lnTo>
                  <a:pt x="8761" y="2995495"/>
                </a:lnTo>
                <a:lnTo>
                  <a:pt x="1433146" y="2995495"/>
                </a:lnTo>
                <a:lnTo>
                  <a:pt x="1451144" y="3120977"/>
                </a:lnTo>
                <a:cubicBezTo>
                  <a:pt x="1568703" y="3732650"/>
                  <a:pt x="2078370" y="4205437"/>
                  <a:pt x="2709293" y="4269314"/>
                </a:cubicBezTo>
                <a:lnTo>
                  <a:pt x="2722194" y="4269964"/>
                </a:lnTo>
                <a:lnTo>
                  <a:pt x="2722194" y="5695511"/>
                </a:lnTo>
                <a:lnTo>
                  <a:pt x="2563538" y="5687512"/>
                </a:lnTo>
                <a:cubicBezTo>
                  <a:pt x="1123637" y="5541507"/>
                  <a:pt x="0" y="4327330"/>
                  <a:pt x="0" y="2851116"/>
                </a:cubicBezTo>
                <a:cubicBezTo>
                  <a:pt x="0" y="1374903"/>
                  <a:pt x="1123637" y="160726"/>
                  <a:pt x="2563538" y="14720"/>
                </a:cubicBezTo>
                <a:close/>
                <a:moveTo>
                  <a:pt x="2988795" y="6721"/>
                </a:moveTo>
                <a:lnTo>
                  <a:pt x="3147454" y="14720"/>
                </a:lnTo>
                <a:cubicBezTo>
                  <a:pt x="4497361" y="151600"/>
                  <a:pt x="5569302" y="1227303"/>
                  <a:pt x="5698022" y="2577594"/>
                </a:cubicBezTo>
                <a:lnTo>
                  <a:pt x="5704146" y="2706737"/>
                </a:lnTo>
                <a:lnTo>
                  <a:pt x="4277846" y="2706737"/>
                </a:lnTo>
                <a:lnTo>
                  <a:pt x="4259848" y="2581255"/>
                </a:lnTo>
                <a:cubicBezTo>
                  <a:pt x="4142290" y="1969582"/>
                  <a:pt x="3632622" y="1496796"/>
                  <a:pt x="3001699" y="1432918"/>
                </a:cubicBezTo>
                <a:lnTo>
                  <a:pt x="2988795" y="1432269"/>
                </a:lnTo>
                <a:close/>
                <a:moveTo>
                  <a:pt x="2855496" y="0"/>
                </a:moveTo>
                <a:lnTo>
                  <a:pt x="2982473" y="6402"/>
                </a:lnTo>
                <a:lnTo>
                  <a:pt x="2728519" y="6402"/>
                </a:lnTo>
                <a:close/>
              </a:path>
            </a:pathLst>
          </a:custGeom>
          <a:ln>
            <a:noFill/>
          </a:ln>
          <a:effectLst>
            <a:outerShdw blurRad="7493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75437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7B3198-FCD3-22E0-7ABA-29C96C0F2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Freeform: Shape 28">
            <a:extLst>
              <a:ext uri="{FF2B5EF4-FFF2-40B4-BE49-F238E27FC236}">
                <a16:creationId xmlns:a16="http://schemas.microsoft.com/office/drawing/2014/main" id="{8DEB8DA9-C7C2-A319-AA1B-A56F1EE2854D}"/>
              </a:ext>
            </a:extLst>
          </p:cNvPr>
          <p:cNvSpPr/>
          <p:nvPr/>
        </p:nvSpPr>
        <p:spPr>
          <a:xfrm rot="18890155">
            <a:off x="-3293594" y="-1"/>
            <a:ext cx="6940118" cy="6858000"/>
          </a:xfrm>
          <a:custGeom>
            <a:avLst/>
            <a:gdLst>
              <a:gd name="csX0" fmla="*/ 2855476 w 5710992"/>
              <a:gd name="csY0" fmla="*/ 5702231 h 5702232"/>
              <a:gd name="csX1" fmla="*/ 2855516 w 5710992"/>
              <a:gd name="csY1" fmla="*/ 5702231 h 5702232"/>
              <a:gd name="csX2" fmla="*/ 2855496 w 5710992"/>
              <a:gd name="csY2" fmla="*/ 5702232 h 5702232"/>
              <a:gd name="csX3" fmla="*/ 4277846 w 5710992"/>
              <a:gd name="csY3" fmla="*/ 2995495 h 5702232"/>
              <a:gd name="csX4" fmla="*/ 5704146 w 5710992"/>
              <a:gd name="csY4" fmla="*/ 2995495 h 5702232"/>
              <a:gd name="csX5" fmla="*/ 5698022 w 5710992"/>
              <a:gd name="csY5" fmla="*/ 3124639 h 5702232"/>
              <a:gd name="csX6" fmla="*/ 3147454 w 5710992"/>
              <a:gd name="csY6" fmla="*/ 5687512 h 5702232"/>
              <a:gd name="csX7" fmla="*/ 2988795 w 5710992"/>
              <a:gd name="csY7" fmla="*/ 5695512 h 5702232"/>
              <a:gd name="csX8" fmla="*/ 2988795 w 5710992"/>
              <a:gd name="csY8" fmla="*/ 4269964 h 5702232"/>
              <a:gd name="csX9" fmla="*/ 3001699 w 5710992"/>
              <a:gd name="csY9" fmla="*/ 4269314 h 5702232"/>
              <a:gd name="csX10" fmla="*/ 4259848 w 5710992"/>
              <a:gd name="csY10" fmla="*/ 3120977 h 5702232"/>
              <a:gd name="csX11" fmla="*/ 5710992 w 5710992"/>
              <a:gd name="csY11" fmla="*/ 2851105 h 5702232"/>
              <a:gd name="csX12" fmla="*/ 5710992 w 5710992"/>
              <a:gd name="csY12" fmla="*/ 2851116 h 5702232"/>
              <a:gd name="csX13" fmla="*/ 5710992 w 5710992"/>
              <a:gd name="csY13" fmla="*/ 2851127 h 5702232"/>
              <a:gd name="csX14" fmla="*/ 2722194 w 5710992"/>
              <a:gd name="csY14" fmla="*/ 6721 h 5702232"/>
              <a:gd name="csX15" fmla="*/ 2722194 w 5710992"/>
              <a:gd name="csY15" fmla="*/ 1432269 h 5702232"/>
              <a:gd name="csX16" fmla="*/ 2709293 w 5710992"/>
              <a:gd name="csY16" fmla="*/ 1432918 h 5702232"/>
              <a:gd name="csX17" fmla="*/ 1451144 w 5710992"/>
              <a:gd name="csY17" fmla="*/ 2581255 h 5702232"/>
              <a:gd name="csX18" fmla="*/ 1433146 w 5710992"/>
              <a:gd name="csY18" fmla="*/ 2706737 h 5702232"/>
              <a:gd name="csX19" fmla="*/ 8761 w 5710992"/>
              <a:gd name="csY19" fmla="*/ 2706737 h 5702232"/>
              <a:gd name="csX20" fmla="*/ 8761 w 5710992"/>
              <a:gd name="csY20" fmla="*/ 2995495 h 5702232"/>
              <a:gd name="csX21" fmla="*/ 1433146 w 5710992"/>
              <a:gd name="csY21" fmla="*/ 2995495 h 5702232"/>
              <a:gd name="csX22" fmla="*/ 1451144 w 5710992"/>
              <a:gd name="csY22" fmla="*/ 3120977 h 5702232"/>
              <a:gd name="csX23" fmla="*/ 2709293 w 5710992"/>
              <a:gd name="csY23" fmla="*/ 4269314 h 5702232"/>
              <a:gd name="csX24" fmla="*/ 2722194 w 5710992"/>
              <a:gd name="csY24" fmla="*/ 4269964 h 5702232"/>
              <a:gd name="csX25" fmla="*/ 2722194 w 5710992"/>
              <a:gd name="csY25" fmla="*/ 5695511 h 5702232"/>
              <a:gd name="csX26" fmla="*/ 2563538 w 5710992"/>
              <a:gd name="csY26" fmla="*/ 5687512 h 5702232"/>
              <a:gd name="csX27" fmla="*/ 0 w 5710992"/>
              <a:gd name="csY27" fmla="*/ 2851116 h 5702232"/>
              <a:gd name="csX28" fmla="*/ 2563538 w 5710992"/>
              <a:gd name="csY28" fmla="*/ 14720 h 5702232"/>
              <a:gd name="csX29" fmla="*/ 2988795 w 5710992"/>
              <a:gd name="csY29" fmla="*/ 6721 h 5702232"/>
              <a:gd name="csX30" fmla="*/ 3147454 w 5710992"/>
              <a:gd name="csY30" fmla="*/ 14720 h 5702232"/>
              <a:gd name="csX31" fmla="*/ 5698022 w 5710992"/>
              <a:gd name="csY31" fmla="*/ 2577594 h 5702232"/>
              <a:gd name="csX32" fmla="*/ 5704146 w 5710992"/>
              <a:gd name="csY32" fmla="*/ 2706737 h 5702232"/>
              <a:gd name="csX33" fmla="*/ 4277846 w 5710992"/>
              <a:gd name="csY33" fmla="*/ 2706737 h 5702232"/>
              <a:gd name="csX34" fmla="*/ 4259848 w 5710992"/>
              <a:gd name="csY34" fmla="*/ 2581255 h 5702232"/>
              <a:gd name="csX35" fmla="*/ 3001699 w 5710992"/>
              <a:gd name="csY35" fmla="*/ 1432918 h 5702232"/>
              <a:gd name="csX36" fmla="*/ 2988795 w 5710992"/>
              <a:gd name="csY36" fmla="*/ 1432269 h 5702232"/>
              <a:gd name="csX37" fmla="*/ 2855496 w 5710992"/>
              <a:gd name="csY37" fmla="*/ 0 h 5702232"/>
              <a:gd name="csX38" fmla="*/ 2982473 w 5710992"/>
              <a:gd name="csY38" fmla="*/ 6402 h 5702232"/>
              <a:gd name="csX39" fmla="*/ 2728519 w 5710992"/>
              <a:gd name="csY39" fmla="*/ 6402 h 57022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</a:cxnLst>
            <a:rect l="l" t="t" r="r" b="b"/>
            <a:pathLst>
              <a:path w="5710992" h="5702232">
                <a:moveTo>
                  <a:pt x="2855476" y="5702231"/>
                </a:moveTo>
                <a:lnTo>
                  <a:pt x="2855516" y="5702231"/>
                </a:lnTo>
                <a:lnTo>
                  <a:pt x="2855496" y="5702232"/>
                </a:lnTo>
                <a:close/>
                <a:moveTo>
                  <a:pt x="4277846" y="2995495"/>
                </a:moveTo>
                <a:lnTo>
                  <a:pt x="5704146" y="2995495"/>
                </a:lnTo>
                <a:lnTo>
                  <a:pt x="5698022" y="3124639"/>
                </a:lnTo>
                <a:cubicBezTo>
                  <a:pt x="5569302" y="4474930"/>
                  <a:pt x="4497361" y="5550632"/>
                  <a:pt x="3147454" y="5687512"/>
                </a:cubicBezTo>
                <a:lnTo>
                  <a:pt x="2988795" y="5695512"/>
                </a:lnTo>
                <a:lnTo>
                  <a:pt x="2988795" y="4269964"/>
                </a:lnTo>
                <a:lnTo>
                  <a:pt x="3001699" y="4269314"/>
                </a:lnTo>
                <a:cubicBezTo>
                  <a:pt x="3632622" y="4205437"/>
                  <a:pt x="4142290" y="3732650"/>
                  <a:pt x="4259848" y="3120977"/>
                </a:cubicBezTo>
                <a:close/>
                <a:moveTo>
                  <a:pt x="5710992" y="2851105"/>
                </a:moveTo>
                <a:lnTo>
                  <a:pt x="5710992" y="2851116"/>
                </a:lnTo>
                <a:lnTo>
                  <a:pt x="5710992" y="2851127"/>
                </a:lnTo>
                <a:close/>
                <a:moveTo>
                  <a:pt x="2722194" y="6721"/>
                </a:moveTo>
                <a:lnTo>
                  <a:pt x="2722194" y="1432269"/>
                </a:lnTo>
                <a:lnTo>
                  <a:pt x="2709293" y="1432918"/>
                </a:lnTo>
                <a:cubicBezTo>
                  <a:pt x="2078370" y="1496796"/>
                  <a:pt x="1568703" y="1969582"/>
                  <a:pt x="1451144" y="2581255"/>
                </a:cubicBezTo>
                <a:lnTo>
                  <a:pt x="1433146" y="2706737"/>
                </a:lnTo>
                <a:lnTo>
                  <a:pt x="8761" y="2706737"/>
                </a:lnTo>
                <a:lnTo>
                  <a:pt x="8761" y="2995495"/>
                </a:lnTo>
                <a:lnTo>
                  <a:pt x="1433146" y="2995495"/>
                </a:lnTo>
                <a:lnTo>
                  <a:pt x="1451144" y="3120977"/>
                </a:lnTo>
                <a:cubicBezTo>
                  <a:pt x="1568703" y="3732650"/>
                  <a:pt x="2078370" y="4205437"/>
                  <a:pt x="2709293" y="4269314"/>
                </a:cubicBezTo>
                <a:lnTo>
                  <a:pt x="2722194" y="4269964"/>
                </a:lnTo>
                <a:lnTo>
                  <a:pt x="2722194" y="5695511"/>
                </a:lnTo>
                <a:lnTo>
                  <a:pt x="2563538" y="5687512"/>
                </a:lnTo>
                <a:cubicBezTo>
                  <a:pt x="1123637" y="5541507"/>
                  <a:pt x="0" y="4327330"/>
                  <a:pt x="0" y="2851116"/>
                </a:cubicBezTo>
                <a:cubicBezTo>
                  <a:pt x="0" y="1374903"/>
                  <a:pt x="1123637" y="160726"/>
                  <a:pt x="2563538" y="14720"/>
                </a:cubicBezTo>
                <a:close/>
                <a:moveTo>
                  <a:pt x="2988795" y="6721"/>
                </a:moveTo>
                <a:lnTo>
                  <a:pt x="3147454" y="14720"/>
                </a:lnTo>
                <a:cubicBezTo>
                  <a:pt x="4497361" y="151600"/>
                  <a:pt x="5569302" y="1227303"/>
                  <a:pt x="5698022" y="2577594"/>
                </a:cubicBezTo>
                <a:lnTo>
                  <a:pt x="5704146" y="2706737"/>
                </a:lnTo>
                <a:lnTo>
                  <a:pt x="4277846" y="2706737"/>
                </a:lnTo>
                <a:lnTo>
                  <a:pt x="4259848" y="2581255"/>
                </a:lnTo>
                <a:cubicBezTo>
                  <a:pt x="4142290" y="1969582"/>
                  <a:pt x="3632622" y="1496796"/>
                  <a:pt x="3001699" y="1432918"/>
                </a:cubicBezTo>
                <a:lnTo>
                  <a:pt x="2988795" y="1432269"/>
                </a:lnTo>
                <a:close/>
                <a:moveTo>
                  <a:pt x="2855496" y="0"/>
                </a:moveTo>
                <a:lnTo>
                  <a:pt x="2982473" y="6402"/>
                </a:lnTo>
                <a:lnTo>
                  <a:pt x="2728519" y="6402"/>
                </a:lnTo>
                <a:close/>
              </a:path>
            </a:pathLst>
          </a:custGeom>
          <a:ln>
            <a:noFill/>
          </a:ln>
          <a:effectLst>
            <a:outerShdw blurRad="7493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21800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557A68-C8A5-8F54-7AED-FF24F0674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Freeform: Shape 28">
            <a:extLst>
              <a:ext uri="{FF2B5EF4-FFF2-40B4-BE49-F238E27FC236}">
                <a16:creationId xmlns:a16="http://schemas.microsoft.com/office/drawing/2014/main" id="{367A9B88-CE7C-A90D-D73C-6AC157DEAE1F}"/>
              </a:ext>
            </a:extLst>
          </p:cNvPr>
          <p:cNvSpPr/>
          <p:nvPr/>
        </p:nvSpPr>
        <p:spPr>
          <a:xfrm rot="2753254">
            <a:off x="-3293594" y="-1"/>
            <a:ext cx="6940118" cy="6858000"/>
          </a:xfrm>
          <a:custGeom>
            <a:avLst/>
            <a:gdLst>
              <a:gd name="csX0" fmla="*/ 2855476 w 5710992"/>
              <a:gd name="csY0" fmla="*/ 5702231 h 5702232"/>
              <a:gd name="csX1" fmla="*/ 2855516 w 5710992"/>
              <a:gd name="csY1" fmla="*/ 5702231 h 5702232"/>
              <a:gd name="csX2" fmla="*/ 2855496 w 5710992"/>
              <a:gd name="csY2" fmla="*/ 5702232 h 5702232"/>
              <a:gd name="csX3" fmla="*/ 4277846 w 5710992"/>
              <a:gd name="csY3" fmla="*/ 2995495 h 5702232"/>
              <a:gd name="csX4" fmla="*/ 5704146 w 5710992"/>
              <a:gd name="csY4" fmla="*/ 2995495 h 5702232"/>
              <a:gd name="csX5" fmla="*/ 5698022 w 5710992"/>
              <a:gd name="csY5" fmla="*/ 3124639 h 5702232"/>
              <a:gd name="csX6" fmla="*/ 3147454 w 5710992"/>
              <a:gd name="csY6" fmla="*/ 5687512 h 5702232"/>
              <a:gd name="csX7" fmla="*/ 2988795 w 5710992"/>
              <a:gd name="csY7" fmla="*/ 5695512 h 5702232"/>
              <a:gd name="csX8" fmla="*/ 2988795 w 5710992"/>
              <a:gd name="csY8" fmla="*/ 4269964 h 5702232"/>
              <a:gd name="csX9" fmla="*/ 3001699 w 5710992"/>
              <a:gd name="csY9" fmla="*/ 4269314 h 5702232"/>
              <a:gd name="csX10" fmla="*/ 4259848 w 5710992"/>
              <a:gd name="csY10" fmla="*/ 3120977 h 5702232"/>
              <a:gd name="csX11" fmla="*/ 5710992 w 5710992"/>
              <a:gd name="csY11" fmla="*/ 2851105 h 5702232"/>
              <a:gd name="csX12" fmla="*/ 5710992 w 5710992"/>
              <a:gd name="csY12" fmla="*/ 2851116 h 5702232"/>
              <a:gd name="csX13" fmla="*/ 5710992 w 5710992"/>
              <a:gd name="csY13" fmla="*/ 2851127 h 5702232"/>
              <a:gd name="csX14" fmla="*/ 2722194 w 5710992"/>
              <a:gd name="csY14" fmla="*/ 6721 h 5702232"/>
              <a:gd name="csX15" fmla="*/ 2722194 w 5710992"/>
              <a:gd name="csY15" fmla="*/ 1432269 h 5702232"/>
              <a:gd name="csX16" fmla="*/ 2709293 w 5710992"/>
              <a:gd name="csY16" fmla="*/ 1432918 h 5702232"/>
              <a:gd name="csX17" fmla="*/ 1451144 w 5710992"/>
              <a:gd name="csY17" fmla="*/ 2581255 h 5702232"/>
              <a:gd name="csX18" fmla="*/ 1433146 w 5710992"/>
              <a:gd name="csY18" fmla="*/ 2706737 h 5702232"/>
              <a:gd name="csX19" fmla="*/ 8761 w 5710992"/>
              <a:gd name="csY19" fmla="*/ 2706737 h 5702232"/>
              <a:gd name="csX20" fmla="*/ 8761 w 5710992"/>
              <a:gd name="csY20" fmla="*/ 2995495 h 5702232"/>
              <a:gd name="csX21" fmla="*/ 1433146 w 5710992"/>
              <a:gd name="csY21" fmla="*/ 2995495 h 5702232"/>
              <a:gd name="csX22" fmla="*/ 1451144 w 5710992"/>
              <a:gd name="csY22" fmla="*/ 3120977 h 5702232"/>
              <a:gd name="csX23" fmla="*/ 2709293 w 5710992"/>
              <a:gd name="csY23" fmla="*/ 4269314 h 5702232"/>
              <a:gd name="csX24" fmla="*/ 2722194 w 5710992"/>
              <a:gd name="csY24" fmla="*/ 4269964 h 5702232"/>
              <a:gd name="csX25" fmla="*/ 2722194 w 5710992"/>
              <a:gd name="csY25" fmla="*/ 5695511 h 5702232"/>
              <a:gd name="csX26" fmla="*/ 2563538 w 5710992"/>
              <a:gd name="csY26" fmla="*/ 5687512 h 5702232"/>
              <a:gd name="csX27" fmla="*/ 0 w 5710992"/>
              <a:gd name="csY27" fmla="*/ 2851116 h 5702232"/>
              <a:gd name="csX28" fmla="*/ 2563538 w 5710992"/>
              <a:gd name="csY28" fmla="*/ 14720 h 5702232"/>
              <a:gd name="csX29" fmla="*/ 2988795 w 5710992"/>
              <a:gd name="csY29" fmla="*/ 6721 h 5702232"/>
              <a:gd name="csX30" fmla="*/ 3147454 w 5710992"/>
              <a:gd name="csY30" fmla="*/ 14720 h 5702232"/>
              <a:gd name="csX31" fmla="*/ 5698022 w 5710992"/>
              <a:gd name="csY31" fmla="*/ 2577594 h 5702232"/>
              <a:gd name="csX32" fmla="*/ 5704146 w 5710992"/>
              <a:gd name="csY32" fmla="*/ 2706737 h 5702232"/>
              <a:gd name="csX33" fmla="*/ 4277846 w 5710992"/>
              <a:gd name="csY33" fmla="*/ 2706737 h 5702232"/>
              <a:gd name="csX34" fmla="*/ 4259848 w 5710992"/>
              <a:gd name="csY34" fmla="*/ 2581255 h 5702232"/>
              <a:gd name="csX35" fmla="*/ 3001699 w 5710992"/>
              <a:gd name="csY35" fmla="*/ 1432918 h 5702232"/>
              <a:gd name="csX36" fmla="*/ 2988795 w 5710992"/>
              <a:gd name="csY36" fmla="*/ 1432269 h 5702232"/>
              <a:gd name="csX37" fmla="*/ 2855496 w 5710992"/>
              <a:gd name="csY37" fmla="*/ 0 h 5702232"/>
              <a:gd name="csX38" fmla="*/ 2982473 w 5710992"/>
              <a:gd name="csY38" fmla="*/ 6402 h 5702232"/>
              <a:gd name="csX39" fmla="*/ 2728519 w 5710992"/>
              <a:gd name="csY39" fmla="*/ 6402 h 57022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</a:cxnLst>
            <a:rect l="l" t="t" r="r" b="b"/>
            <a:pathLst>
              <a:path w="5710992" h="5702232">
                <a:moveTo>
                  <a:pt x="2855476" y="5702231"/>
                </a:moveTo>
                <a:lnTo>
                  <a:pt x="2855516" y="5702231"/>
                </a:lnTo>
                <a:lnTo>
                  <a:pt x="2855496" y="5702232"/>
                </a:lnTo>
                <a:close/>
                <a:moveTo>
                  <a:pt x="4277846" y="2995495"/>
                </a:moveTo>
                <a:lnTo>
                  <a:pt x="5704146" y="2995495"/>
                </a:lnTo>
                <a:lnTo>
                  <a:pt x="5698022" y="3124639"/>
                </a:lnTo>
                <a:cubicBezTo>
                  <a:pt x="5569302" y="4474930"/>
                  <a:pt x="4497361" y="5550632"/>
                  <a:pt x="3147454" y="5687512"/>
                </a:cubicBezTo>
                <a:lnTo>
                  <a:pt x="2988795" y="5695512"/>
                </a:lnTo>
                <a:lnTo>
                  <a:pt x="2988795" y="4269964"/>
                </a:lnTo>
                <a:lnTo>
                  <a:pt x="3001699" y="4269314"/>
                </a:lnTo>
                <a:cubicBezTo>
                  <a:pt x="3632622" y="4205437"/>
                  <a:pt x="4142290" y="3732650"/>
                  <a:pt x="4259848" y="3120977"/>
                </a:cubicBezTo>
                <a:close/>
                <a:moveTo>
                  <a:pt x="5710992" y="2851105"/>
                </a:moveTo>
                <a:lnTo>
                  <a:pt x="5710992" y="2851116"/>
                </a:lnTo>
                <a:lnTo>
                  <a:pt x="5710992" y="2851127"/>
                </a:lnTo>
                <a:close/>
                <a:moveTo>
                  <a:pt x="2722194" y="6721"/>
                </a:moveTo>
                <a:lnTo>
                  <a:pt x="2722194" y="1432269"/>
                </a:lnTo>
                <a:lnTo>
                  <a:pt x="2709293" y="1432918"/>
                </a:lnTo>
                <a:cubicBezTo>
                  <a:pt x="2078370" y="1496796"/>
                  <a:pt x="1568703" y="1969582"/>
                  <a:pt x="1451144" y="2581255"/>
                </a:cubicBezTo>
                <a:lnTo>
                  <a:pt x="1433146" y="2706737"/>
                </a:lnTo>
                <a:lnTo>
                  <a:pt x="8761" y="2706737"/>
                </a:lnTo>
                <a:lnTo>
                  <a:pt x="8761" y="2995495"/>
                </a:lnTo>
                <a:lnTo>
                  <a:pt x="1433146" y="2995495"/>
                </a:lnTo>
                <a:lnTo>
                  <a:pt x="1451144" y="3120977"/>
                </a:lnTo>
                <a:cubicBezTo>
                  <a:pt x="1568703" y="3732650"/>
                  <a:pt x="2078370" y="4205437"/>
                  <a:pt x="2709293" y="4269314"/>
                </a:cubicBezTo>
                <a:lnTo>
                  <a:pt x="2722194" y="4269964"/>
                </a:lnTo>
                <a:lnTo>
                  <a:pt x="2722194" y="5695511"/>
                </a:lnTo>
                <a:lnTo>
                  <a:pt x="2563538" y="5687512"/>
                </a:lnTo>
                <a:cubicBezTo>
                  <a:pt x="1123637" y="5541507"/>
                  <a:pt x="0" y="4327330"/>
                  <a:pt x="0" y="2851116"/>
                </a:cubicBezTo>
                <a:cubicBezTo>
                  <a:pt x="0" y="1374903"/>
                  <a:pt x="1123637" y="160726"/>
                  <a:pt x="2563538" y="14720"/>
                </a:cubicBezTo>
                <a:close/>
                <a:moveTo>
                  <a:pt x="2988795" y="6721"/>
                </a:moveTo>
                <a:lnTo>
                  <a:pt x="3147454" y="14720"/>
                </a:lnTo>
                <a:cubicBezTo>
                  <a:pt x="4497361" y="151600"/>
                  <a:pt x="5569302" y="1227303"/>
                  <a:pt x="5698022" y="2577594"/>
                </a:cubicBezTo>
                <a:lnTo>
                  <a:pt x="5704146" y="2706737"/>
                </a:lnTo>
                <a:lnTo>
                  <a:pt x="4277846" y="2706737"/>
                </a:lnTo>
                <a:lnTo>
                  <a:pt x="4259848" y="2581255"/>
                </a:lnTo>
                <a:cubicBezTo>
                  <a:pt x="4142290" y="1969582"/>
                  <a:pt x="3632622" y="1496796"/>
                  <a:pt x="3001699" y="1432918"/>
                </a:cubicBezTo>
                <a:lnTo>
                  <a:pt x="2988795" y="1432269"/>
                </a:lnTo>
                <a:close/>
                <a:moveTo>
                  <a:pt x="2855496" y="0"/>
                </a:moveTo>
                <a:lnTo>
                  <a:pt x="2982473" y="6402"/>
                </a:lnTo>
                <a:lnTo>
                  <a:pt x="2728519" y="6402"/>
                </a:lnTo>
                <a:close/>
              </a:path>
            </a:pathLst>
          </a:custGeom>
          <a:ln>
            <a:noFill/>
          </a:ln>
          <a:effectLst>
            <a:outerShdw blurRad="7493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6221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46ED4D-02DC-1F14-A7C3-853554C4C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Freeform: Shape 28">
            <a:extLst>
              <a:ext uri="{FF2B5EF4-FFF2-40B4-BE49-F238E27FC236}">
                <a16:creationId xmlns:a16="http://schemas.microsoft.com/office/drawing/2014/main" id="{FFC94459-11DF-F86F-3A75-97A0A99A0CD2}"/>
              </a:ext>
            </a:extLst>
          </p:cNvPr>
          <p:cNvSpPr/>
          <p:nvPr/>
        </p:nvSpPr>
        <p:spPr>
          <a:xfrm rot="8093603">
            <a:off x="-3293594" y="-1"/>
            <a:ext cx="6940118" cy="6858000"/>
          </a:xfrm>
          <a:custGeom>
            <a:avLst/>
            <a:gdLst>
              <a:gd name="csX0" fmla="*/ 2855476 w 5710992"/>
              <a:gd name="csY0" fmla="*/ 5702231 h 5702232"/>
              <a:gd name="csX1" fmla="*/ 2855516 w 5710992"/>
              <a:gd name="csY1" fmla="*/ 5702231 h 5702232"/>
              <a:gd name="csX2" fmla="*/ 2855496 w 5710992"/>
              <a:gd name="csY2" fmla="*/ 5702232 h 5702232"/>
              <a:gd name="csX3" fmla="*/ 4277846 w 5710992"/>
              <a:gd name="csY3" fmla="*/ 2995495 h 5702232"/>
              <a:gd name="csX4" fmla="*/ 5704146 w 5710992"/>
              <a:gd name="csY4" fmla="*/ 2995495 h 5702232"/>
              <a:gd name="csX5" fmla="*/ 5698022 w 5710992"/>
              <a:gd name="csY5" fmla="*/ 3124639 h 5702232"/>
              <a:gd name="csX6" fmla="*/ 3147454 w 5710992"/>
              <a:gd name="csY6" fmla="*/ 5687512 h 5702232"/>
              <a:gd name="csX7" fmla="*/ 2988795 w 5710992"/>
              <a:gd name="csY7" fmla="*/ 5695512 h 5702232"/>
              <a:gd name="csX8" fmla="*/ 2988795 w 5710992"/>
              <a:gd name="csY8" fmla="*/ 4269964 h 5702232"/>
              <a:gd name="csX9" fmla="*/ 3001699 w 5710992"/>
              <a:gd name="csY9" fmla="*/ 4269314 h 5702232"/>
              <a:gd name="csX10" fmla="*/ 4259848 w 5710992"/>
              <a:gd name="csY10" fmla="*/ 3120977 h 5702232"/>
              <a:gd name="csX11" fmla="*/ 5710992 w 5710992"/>
              <a:gd name="csY11" fmla="*/ 2851105 h 5702232"/>
              <a:gd name="csX12" fmla="*/ 5710992 w 5710992"/>
              <a:gd name="csY12" fmla="*/ 2851116 h 5702232"/>
              <a:gd name="csX13" fmla="*/ 5710992 w 5710992"/>
              <a:gd name="csY13" fmla="*/ 2851127 h 5702232"/>
              <a:gd name="csX14" fmla="*/ 2722194 w 5710992"/>
              <a:gd name="csY14" fmla="*/ 6721 h 5702232"/>
              <a:gd name="csX15" fmla="*/ 2722194 w 5710992"/>
              <a:gd name="csY15" fmla="*/ 1432269 h 5702232"/>
              <a:gd name="csX16" fmla="*/ 2709293 w 5710992"/>
              <a:gd name="csY16" fmla="*/ 1432918 h 5702232"/>
              <a:gd name="csX17" fmla="*/ 1451144 w 5710992"/>
              <a:gd name="csY17" fmla="*/ 2581255 h 5702232"/>
              <a:gd name="csX18" fmla="*/ 1433146 w 5710992"/>
              <a:gd name="csY18" fmla="*/ 2706737 h 5702232"/>
              <a:gd name="csX19" fmla="*/ 8761 w 5710992"/>
              <a:gd name="csY19" fmla="*/ 2706737 h 5702232"/>
              <a:gd name="csX20" fmla="*/ 8761 w 5710992"/>
              <a:gd name="csY20" fmla="*/ 2995495 h 5702232"/>
              <a:gd name="csX21" fmla="*/ 1433146 w 5710992"/>
              <a:gd name="csY21" fmla="*/ 2995495 h 5702232"/>
              <a:gd name="csX22" fmla="*/ 1451144 w 5710992"/>
              <a:gd name="csY22" fmla="*/ 3120977 h 5702232"/>
              <a:gd name="csX23" fmla="*/ 2709293 w 5710992"/>
              <a:gd name="csY23" fmla="*/ 4269314 h 5702232"/>
              <a:gd name="csX24" fmla="*/ 2722194 w 5710992"/>
              <a:gd name="csY24" fmla="*/ 4269964 h 5702232"/>
              <a:gd name="csX25" fmla="*/ 2722194 w 5710992"/>
              <a:gd name="csY25" fmla="*/ 5695511 h 5702232"/>
              <a:gd name="csX26" fmla="*/ 2563538 w 5710992"/>
              <a:gd name="csY26" fmla="*/ 5687512 h 5702232"/>
              <a:gd name="csX27" fmla="*/ 0 w 5710992"/>
              <a:gd name="csY27" fmla="*/ 2851116 h 5702232"/>
              <a:gd name="csX28" fmla="*/ 2563538 w 5710992"/>
              <a:gd name="csY28" fmla="*/ 14720 h 5702232"/>
              <a:gd name="csX29" fmla="*/ 2988795 w 5710992"/>
              <a:gd name="csY29" fmla="*/ 6721 h 5702232"/>
              <a:gd name="csX30" fmla="*/ 3147454 w 5710992"/>
              <a:gd name="csY30" fmla="*/ 14720 h 5702232"/>
              <a:gd name="csX31" fmla="*/ 5698022 w 5710992"/>
              <a:gd name="csY31" fmla="*/ 2577594 h 5702232"/>
              <a:gd name="csX32" fmla="*/ 5704146 w 5710992"/>
              <a:gd name="csY32" fmla="*/ 2706737 h 5702232"/>
              <a:gd name="csX33" fmla="*/ 4277846 w 5710992"/>
              <a:gd name="csY33" fmla="*/ 2706737 h 5702232"/>
              <a:gd name="csX34" fmla="*/ 4259848 w 5710992"/>
              <a:gd name="csY34" fmla="*/ 2581255 h 5702232"/>
              <a:gd name="csX35" fmla="*/ 3001699 w 5710992"/>
              <a:gd name="csY35" fmla="*/ 1432918 h 5702232"/>
              <a:gd name="csX36" fmla="*/ 2988795 w 5710992"/>
              <a:gd name="csY36" fmla="*/ 1432269 h 5702232"/>
              <a:gd name="csX37" fmla="*/ 2855496 w 5710992"/>
              <a:gd name="csY37" fmla="*/ 0 h 5702232"/>
              <a:gd name="csX38" fmla="*/ 2982473 w 5710992"/>
              <a:gd name="csY38" fmla="*/ 6402 h 5702232"/>
              <a:gd name="csX39" fmla="*/ 2728519 w 5710992"/>
              <a:gd name="csY39" fmla="*/ 6402 h 57022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</a:cxnLst>
            <a:rect l="l" t="t" r="r" b="b"/>
            <a:pathLst>
              <a:path w="5710992" h="5702232">
                <a:moveTo>
                  <a:pt x="2855476" y="5702231"/>
                </a:moveTo>
                <a:lnTo>
                  <a:pt x="2855516" y="5702231"/>
                </a:lnTo>
                <a:lnTo>
                  <a:pt x="2855496" y="5702232"/>
                </a:lnTo>
                <a:close/>
                <a:moveTo>
                  <a:pt x="4277846" y="2995495"/>
                </a:moveTo>
                <a:lnTo>
                  <a:pt x="5704146" y="2995495"/>
                </a:lnTo>
                <a:lnTo>
                  <a:pt x="5698022" y="3124639"/>
                </a:lnTo>
                <a:cubicBezTo>
                  <a:pt x="5569302" y="4474930"/>
                  <a:pt x="4497361" y="5550632"/>
                  <a:pt x="3147454" y="5687512"/>
                </a:cubicBezTo>
                <a:lnTo>
                  <a:pt x="2988795" y="5695512"/>
                </a:lnTo>
                <a:lnTo>
                  <a:pt x="2988795" y="4269964"/>
                </a:lnTo>
                <a:lnTo>
                  <a:pt x="3001699" y="4269314"/>
                </a:lnTo>
                <a:cubicBezTo>
                  <a:pt x="3632622" y="4205437"/>
                  <a:pt x="4142290" y="3732650"/>
                  <a:pt x="4259848" y="3120977"/>
                </a:cubicBezTo>
                <a:close/>
                <a:moveTo>
                  <a:pt x="5710992" y="2851105"/>
                </a:moveTo>
                <a:lnTo>
                  <a:pt x="5710992" y="2851116"/>
                </a:lnTo>
                <a:lnTo>
                  <a:pt x="5710992" y="2851127"/>
                </a:lnTo>
                <a:close/>
                <a:moveTo>
                  <a:pt x="2722194" y="6721"/>
                </a:moveTo>
                <a:lnTo>
                  <a:pt x="2722194" y="1432269"/>
                </a:lnTo>
                <a:lnTo>
                  <a:pt x="2709293" y="1432918"/>
                </a:lnTo>
                <a:cubicBezTo>
                  <a:pt x="2078370" y="1496796"/>
                  <a:pt x="1568703" y="1969582"/>
                  <a:pt x="1451144" y="2581255"/>
                </a:cubicBezTo>
                <a:lnTo>
                  <a:pt x="1433146" y="2706737"/>
                </a:lnTo>
                <a:lnTo>
                  <a:pt x="8761" y="2706737"/>
                </a:lnTo>
                <a:lnTo>
                  <a:pt x="8761" y="2995495"/>
                </a:lnTo>
                <a:lnTo>
                  <a:pt x="1433146" y="2995495"/>
                </a:lnTo>
                <a:lnTo>
                  <a:pt x="1451144" y="3120977"/>
                </a:lnTo>
                <a:cubicBezTo>
                  <a:pt x="1568703" y="3732650"/>
                  <a:pt x="2078370" y="4205437"/>
                  <a:pt x="2709293" y="4269314"/>
                </a:cubicBezTo>
                <a:lnTo>
                  <a:pt x="2722194" y="4269964"/>
                </a:lnTo>
                <a:lnTo>
                  <a:pt x="2722194" y="5695511"/>
                </a:lnTo>
                <a:lnTo>
                  <a:pt x="2563538" y="5687512"/>
                </a:lnTo>
                <a:cubicBezTo>
                  <a:pt x="1123637" y="5541507"/>
                  <a:pt x="0" y="4327330"/>
                  <a:pt x="0" y="2851116"/>
                </a:cubicBezTo>
                <a:cubicBezTo>
                  <a:pt x="0" y="1374903"/>
                  <a:pt x="1123637" y="160726"/>
                  <a:pt x="2563538" y="14720"/>
                </a:cubicBezTo>
                <a:close/>
                <a:moveTo>
                  <a:pt x="2988795" y="6721"/>
                </a:moveTo>
                <a:lnTo>
                  <a:pt x="3147454" y="14720"/>
                </a:lnTo>
                <a:cubicBezTo>
                  <a:pt x="4497361" y="151600"/>
                  <a:pt x="5569302" y="1227303"/>
                  <a:pt x="5698022" y="2577594"/>
                </a:cubicBezTo>
                <a:lnTo>
                  <a:pt x="5704146" y="2706737"/>
                </a:lnTo>
                <a:lnTo>
                  <a:pt x="4277846" y="2706737"/>
                </a:lnTo>
                <a:lnTo>
                  <a:pt x="4259848" y="2581255"/>
                </a:lnTo>
                <a:cubicBezTo>
                  <a:pt x="4142290" y="1969582"/>
                  <a:pt x="3632622" y="1496796"/>
                  <a:pt x="3001699" y="1432918"/>
                </a:cubicBezTo>
                <a:lnTo>
                  <a:pt x="2988795" y="1432269"/>
                </a:lnTo>
                <a:close/>
                <a:moveTo>
                  <a:pt x="2855496" y="0"/>
                </a:moveTo>
                <a:lnTo>
                  <a:pt x="2982473" y="6402"/>
                </a:lnTo>
                <a:lnTo>
                  <a:pt x="2728519" y="6402"/>
                </a:lnTo>
                <a:close/>
              </a:path>
            </a:pathLst>
          </a:custGeom>
          <a:ln>
            <a:noFill/>
          </a:ln>
          <a:effectLst>
            <a:outerShdw blurRad="7493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19348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hững mẫu hình nền PowerPoint cảm ơn cuối slide đẹp nhất, tinh tế và ấn  tượng">
            <a:extLst>
              <a:ext uri="{FF2B5EF4-FFF2-40B4-BE49-F238E27FC236}">
                <a16:creationId xmlns:a16="http://schemas.microsoft.com/office/drawing/2014/main" id="{2702094E-5C7D-26E6-977B-3897F789CC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4576" cy="6863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5576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4</cp:revision>
  <dcterms:created xsi:type="dcterms:W3CDTF">2026-09-23T15:22:41Z</dcterms:created>
  <dcterms:modified xsi:type="dcterms:W3CDTF">2026-09-25T08:18:08Z</dcterms:modified>
</cp:coreProperties>
</file>